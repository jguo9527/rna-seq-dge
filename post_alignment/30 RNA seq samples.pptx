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>
        <p:scale>
          <a:sx n="125" d="100"/>
          <a:sy n="125" d="100"/>
        </p:scale>
        <p:origin x="377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E2E6-AE74-B11E-1821-263C929E9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8C4DE-222E-771E-815B-113627C48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90B30-DE64-90E9-B54A-51680407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263E7-F0C7-F36E-9998-E9356A30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D676F-2771-6ECE-B60E-18205D5E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63B1-1A0B-44DF-F7B4-8FE745D1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58E0-F3D9-E8BF-2416-B8D4E7D95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1C5FC-8D07-06BB-801F-75209F6F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6A4BB-182D-427D-CBA9-3BB1D2A2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AAC5B-AD26-D842-19A8-D2DB66BB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9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6EA7-312C-FC16-E057-8142A2CB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61CB8-957D-323E-297B-2A514C9E9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5C814-0CAC-EB15-9CF4-5A9BA39DA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80328-1A75-4F1A-545E-EC068A05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9BAAC-E5D3-2F6D-7684-880A4A20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A820-3651-0057-8B57-1FC3BC1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07F9-DACF-CD17-5581-71E2788C1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B0BFC-E673-1DC2-2F19-02B36851C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E114E-885C-6FFC-533E-003DE36B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4831A-A035-E58B-4BF8-118FBCF4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A70F3-867A-CF79-DD2B-6ECDE886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8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61A7-B4C7-6345-9C73-AD8EB99C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3B70B-D23C-678B-E597-B79DAAD01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0E9C-8088-2F1F-2D20-D9EE49D1E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2DA3E-094A-F195-27E3-42216C9F5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AC800-14C5-B866-B44B-1DE2011D1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1BC1FA-7C88-3983-6F8F-C81D7EAD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299AB-7F67-B9C4-6134-C9A177EB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C6D7B1-7BAF-F8CB-03F1-05759DB8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0CC4-C225-99E7-26E8-C24932360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5C096-5E48-5CC5-4941-1386F02D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023AA-7EC7-A589-3BF4-0656C78B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1F5B2-DAF6-A3E2-0219-D62DE628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0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E50C7-B424-38BD-36F8-93F6DECC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9257E-D606-0E88-8B8D-5D5FDAEB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4B6C7-16CE-B5A4-7BE5-6ED73E25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7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27DC-39A4-7C4A-B6CF-EE14DC69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6BC08-275A-9B44-4A8F-605A0220F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91234-F325-BFE4-2BFD-5811ED798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AF210-3048-2B76-1BCF-3BFC0F97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ABFC6-E6BF-5F8A-B263-4C7B2503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0B50C-EC23-03D8-9A01-B51005C3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3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D18D-670E-C2F6-61B8-EEE85B81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1BE14-025A-B335-1A41-F57E4EA92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BEBD1-9F9C-8D55-4813-C6B773826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BD25A-68A6-396C-B8DC-3C6C4003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02A1E-963D-0EE2-3F1B-7996321E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47667-B6E3-0799-B9E3-CEE4680D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6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88E72-D7E8-74B5-6329-B05239EE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6F6BB-9D0F-AE45-51C0-3CE869E0F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F9CF9-044C-27EC-4DA2-5D61394F3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16916-948A-858D-A2F4-9609C224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4E1DD-955D-AB4E-919E-B1EA5994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5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46042-2C19-6073-6414-3652DAA6A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D0FBD-D2BC-84A9-11D8-2992D3659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0E6A2-366A-91B7-F8CE-88DA6D0B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00DA6-97E1-5633-AAF2-3756BB55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3ACE-0F26-2DBA-FFE3-1580A675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2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9DCCB-A89B-B250-5076-C67E98FD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2382C-E82A-116B-CAE7-ECDF2FF9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8FF3B-1880-8C68-78A8-5C05BC7F2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E2F95-3BB9-4D27-B410-51A94A0D4AB6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B7C99-8AC5-AF2E-CCA4-7CD51015E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A3F6B-0A6C-7181-DF4A-122C0C925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FC7FC-A580-4DEF-A46E-46C3C9153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EB56-E3A8-C23D-8DAD-8182C9CE0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 RNA seq samples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B51FA-4912-CFB8-3636-E2B599029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20382"/>
          </a:xfrm>
        </p:spPr>
        <p:txBody>
          <a:bodyPr>
            <a:normAutofit/>
          </a:bodyPr>
          <a:lstStyle/>
          <a:p>
            <a:r>
              <a:rPr lang="en-US" dirty="0"/>
              <a:t>Differential gene expression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0B5D3-1138-41BA-3BDF-958328264F42}"/>
              </a:ext>
            </a:extLst>
          </p:cNvPr>
          <p:cNvSpPr txBox="1"/>
          <p:nvPr/>
        </p:nvSpPr>
        <p:spPr>
          <a:xfrm>
            <a:off x="3726180" y="47822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i="1" dirty="0"/>
              <a:t>Data: Normalized reads mapped to annotated genes</a:t>
            </a:r>
          </a:p>
          <a:p>
            <a:pPr algn="l"/>
            <a:r>
              <a:rPr lang="en-US" i="1" dirty="0"/>
              <a:t>Tool: </a:t>
            </a:r>
            <a:r>
              <a:rPr lang="en-US" i="1" dirty="0" err="1"/>
              <a:t>EdgeR</a:t>
            </a:r>
            <a:r>
              <a:rPr lang="en-US" dirty="0"/>
              <a:t> in R</a:t>
            </a:r>
          </a:p>
        </p:txBody>
      </p:sp>
    </p:spTree>
    <p:extLst>
      <p:ext uri="{BB962C8B-B14F-4D97-AF65-F5344CB8AC3E}">
        <p14:creationId xmlns:p14="http://schemas.microsoft.com/office/powerpoint/2010/main" val="306281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A745F0-8900-A92B-29B2-E3805E99D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92" y="461961"/>
            <a:ext cx="10906015" cy="62973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57625A-4D92-523C-F10E-F4A19B7B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1"/>
            <a:ext cx="10515600" cy="876653"/>
          </a:xfrm>
        </p:spPr>
        <p:txBody>
          <a:bodyPr/>
          <a:lstStyle/>
          <a:p>
            <a:r>
              <a:rPr lang="en-US" dirty="0"/>
              <a:t>Variation among samples</a:t>
            </a:r>
          </a:p>
        </p:txBody>
      </p:sp>
    </p:spTree>
    <p:extLst>
      <p:ext uri="{BB962C8B-B14F-4D97-AF65-F5344CB8AC3E}">
        <p14:creationId xmlns:p14="http://schemas.microsoft.com/office/powerpoint/2010/main" val="361685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C2E2EA-B796-351B-BD28-55E67D79A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1949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63F924-AB3C-062A-FA54-FD9E765E1A9A}"/>
              </a:ext>
            </a:extLst>
          </p:cNvPr>
          <p:cNvSpPr/>
          <p:nvPr/>
        </p:nvSpPr>
        <p:spPr>
          <a:xfrm>
            <a:off x="0" y="320374"/>
            <a:ext cx="4124812" cy="12948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7AA387-73C4-CC4C-8D8F-B39BB77D5D76}"/>
              </a:ext>
            </a:extLst>
          </p:cNvPr>
          <p:cNvSpPr/>
          <p:nvPr/>
        </p:nvSpPr>
        <p:spPr>
          <a:xfrm>
            <a:off x="-1" y="4203795"/>
            <a:ext cx="5112631" cy="12948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F1D582-A28A-4C20-4F7F-0C983536A396}"/>
              </a:ext>
            </a:extLst>
          </p:cNvPr>
          <p:cNvSpPr/>
          <p:nvPr/>
        </p:nvSpPr>
        <p:spPr>
          <a:xfrm>
            <a:off x="0" y="5538683"/>
            <a:ext cx="5291949" cy="129484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D0FCC4-3A72-BFA0-B0DD-E427C03F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377" y="5399417"/>
            <a:ext cx="4922529" cy="976746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Does </a:t>
            </a:r>
            <a:r>
              <a:rPr lang="en-US" sz="2700" dirty="0" err="1"/>
              <a:t>SGxAV</a:t>
            </a:r>
            <a:r>
              <a:rPr lang="en-US" sz="2700" dirty="0"/>
              <a:t> cultivar show more similar DGE patterns to EAV or SG cultivar?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82E9D5C-4DE6-8BE8-8692-F0BCAE07826D}"/>
              </a:ext>
            </a:extLst>
          </p:cNvPr>
          <p:cNvSpPr txBox="1">
            <a:spLocks/>
          </p:cNvSpPr>
          <p:nvPr/>
        </p:nvSpPr>
        <p:spPr>
          <a:xfrm>
            <a:off x="5958773" y="1411480"/>
            <a:ext cx="4922529" cy="976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What genes are differentially expressed before and after flowering in EAV and SG cultivars?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F8232BB-CFA2-8197-D428-671921E644F2}"/>
              </a:ext>
            </a:extLst>
          </p:cNvPr>
          <p:cNvSpPr txBox="1">
            <a:spLocks/>
          </p:cNvSpPr>
          <p:nvPr/>
        </p:nvSpPr>
        <p:spPr>
          <a:xfrm>
            <a:off x="5958773" y="3349317"/>
            <a:ext cx="4922529" cy="976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Among those genes, what are the unique genes expressed comparing EAV and SG cultivars?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D642CD29-5E1B-CAAD-1E10-EA14EA050A31}"/>
              </a:ext>
            </a:extLst>
          </p:cNvPr>
          <p:cNvSpPr/>
          <p:nvPr/>
        </p:nvSpPr>
        <p:spPr>
          <a:xfrm>
            <a:off x="8111407" y="2612881"/>
            <a:ext cx="300350" cy="4872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4D80B36-55E0-DD82-E0CB-433697200C90}"/>
              </a:ext>
            </a:extLst>
          </p:cNvPr>
          <p:cNvSpPr/>
          <p:nvPr/>
        </p:nvSpPr>
        <p:spPr>
          <a:xfrm>
            <a:off x="8111407" y="4727570"/>
            <a:ext cx="300350" cy="4872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EDF9B3-38B1-C071-4F59-5FF751B9B855}"/>
              </a:ext>
            </a:extLst>
          </p:cNvPr>
          <p:cNvSpPr txBox="1"/>
          <p:nvPr/>
        </p:nvSpPr>
        <p:spPr>
          <a:xfrm>
            <a:off x="5947374" y="320374"/>
            <a:ext cx="2419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 case study:</a:t>
            </a:r>
          </a:p>
        </p:txBody>
      </p:sp>
    </p:spTree>
    <p:extLst>
      <p:ext uri="{BB962C8B-B14F-4D97-AF65-F5344CB8AC3E}">
        <p14:creationId xmlns:p14="http://schemas.microsoft.com/office/powerpoint/2010/main" val="240113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CE57-8173-6497-5869-A281DE70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149" y="270773"/>
            <a:ext cx="9623677" cy="976746"/>
          </a:xfrm>
        </p:spPr>
        <p:txBody>
          <a:bodyPr>
            <a:normAutofit/>
          </a:bodyPr>
          <a:lstStyle/>
          <a:p>
            <a:r>
              <a:rPr lang="en-US" sz="3200" dirty="0"/>
              <a:t>Does </a:t>
            </a:r>
            <a:r>
              <a:rPr lang="en-US" sz="3200" dirty="0" err="1"/>
              <a:t>SGxAV</a:t>
            </a:r>
            <a:r>
              <a:rPr lang="en-US" sz="3200" dirty="0"/>
              <a:t> cultivar show more similar DGE patterns to EAV or SG cultivar?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7243DA-6F53-C13E-2FEA-3F116B614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5" t="20851" r="14460" b="19078"/>
          <a:stretch/>
        </p:blipFill>
        <p:spPr>
          <a:xfrm>
            <a:off x="1009575" y="2466481"/>
            <a:ext cx="2608969" cy="22306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F8C4D9-0309-3047-9760-E7A81AD92FF6}"/>
              </a:ext>
            </a:extLst>
          </p:cNvPr>
          <p:cNvSpPr txBox="1"/>
          <p:nvPr/>
        </p:nvSpPr>
        <p:spPr>
          <a:xfrm>
            <a:off x="506440" y="1486614"/>
            <a:ext cx="411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DEG: log</a:t>
            </a:r>
            <a:r>
              <a:rPr lang="en-US" baseline="-25000" dirty="0"/>
              <a:t>2</a:t>
            </a:r>
            <a:r>
              <a:rPr lang="en-US" dirty="0"/>
              <a:t>FC &gt;= 1 </a:t>
            </a:r>
          </a:p>
          <a:p>
            <a:r>
              <a:rPr lang="en-US" dirty="0"/>
              <a:t>at least two folds expression level change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4FD33-CD27-655F-0218-3B152BD38DA7}"/>
              </a:ext>
            </a:extLst>
          </p:cNvPr>
          <p:cNvSpPr txBox="1"/>
          <p:nvPr/>
        </p:nvSpPr>
        <p:spPr>
          <a:xfrm>
            <a:off x="1375740" y="2668794"/>
            <a:ext cx="100315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EAV vs EAV_F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BD8174-1769-2DFB-65B3-666BACB82405}"/>
              </a:ext>
            </a:extLst>
          </p:cNvPr>
          <p:cNvSpPr txBox="1"/>
          <p:nvPr/>
        </p:nvSpPr>
        <p:spPr>
          <a:xfrm>
            <a:off x="2419859" y="2662117"/>
            <a:ext cx="100315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SG vs SG_F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0A868-0024-3B9B-C3A9-67F946A0AE28}"/>
              </a:ext>
            </a:extLst>
          </p:cNvPr>
          <p:cNvSpPr txBox="1"/>
          <p:nvPr/>
        </p:nvSpPr>
        <p:spPr>
          <a:xfrm>
            <a:off x="1009149" y="4795636"/>
            <a:ext cx="2739488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Down and up regulated genes:</a:t>
            </a:r>
          </a:p>
          <a:p>
            <a:endParaRPr lang="en-US" sz="1600" dirty="0"/>
          </a:p>
          <a:p>
            <a:r>
              <a:rPr lang="en-US" sz="1600" dirty="0"/>
              <a:t>Total = 33</a:t>
            </a:r>
          </a:p>
          <a:p>
            <a:r>
              <a:rPr lang="en-US" sz="1600" b="1" dirty="0"/>
              <a:t>Unique to EAV vs EAV_F = 7</a:t>
            </a:r>
          </a:p>
          <a:p>
            <a:r>
              <a:rPr lang="en-US" sz="1600" b="1" dirty="0"/>
              <a:t>Unique to SG vs SG_F = 12</a:t>
            </a:r>
          </a:p>
          <a:p>
            <a:r>
              <a:rPr lang="en-US" sz="1600" dirty="0"/>
              <a:t>Common = 14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188BBE-D57B-19AA-5EB1-61A0E46A56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0"/>
          <a:stretch/>
        </p:blipFill>
        <p:spPr>
          <a:xfrm>
            <a:off x="4969019" y="1135201"/>
            <a:ext cx="7208877" cy="561828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1A8DCE-5905-C18F-9534-38A426CE29BC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748637" y="4425162"/>
            <a:ext cx="950178" cy="115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392EAC1-B0FF-505E-815E-67B0F77E9A33}"/>
              </a:ext>
            </a:extLst>
          </p:cNvPr>
          <p:cNvSpPr txBox="1"/>
          <p:nvPr/>
        </p:nvSpPr>
        <p:spPr>
          <a:xfrm rot="18547323">
            <a:off x="3564768" y="4699174"/>
            <a:ext cx="1121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 genes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F60853-EEF4-BAE3-C0F2-27927DD5D585}"/>
              </a:ext>
            </a:extLst>
          </p:cNvPr>
          <p:cNvCxnSpPr>
            <a:cxnSpLocks/>
          </p:cNvCxnSpPr>
          <p:nvPr/>
        </p:nvCxnSpPr>
        <p:spPr>
          <a:xfrm>
            <a:off x="5571441" y="1948942"/>
            <a:ext cx="0" cy="438298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BFFB1C-28BB-DF2D-DE91-E163E2C65EA9}"/>
              </a:ext>
            </a:extLst>
          </p:cNvPr>
          <p:cNvCxnSpPr>
            <a:cxnSpLocks/>
          </p:cNvCxnSpPr>
          <p:nvPr/>
        </p:nvCxnSpPr>
        <p:spPr>
          <a:xfrm>
            <a:off x="7299013" y="1921129"/>
            <a:ext cx="0" cy="438298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874334-9A45-0B87-1DEA-3F7C41E53140}"/>
              </a:ext>
            </a:extLst>
          </p:cNvPr>
          <p:cNvCxnSpPr>
            <a:cxnSpLocks/>
          </p:cNvCxnSpPr>
          <p:nvPr/>
        </p:nvCxnSpPr>
        <p:spPr>
          <a:xfrm>
            <a:off x="6723899" y="1921129"/>
            <a:ext cx="0" cy="43829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106F4CD-0285-D86A-A022-51289DC2CE29}"/>
              </a:ext>
            </a:extLst>
          </p:cNvPr>
          <p:cNvSpPr txBox="1"/>
          <p:nvPr/>
        </p:nvSpPr>
        <p:spPr>
          <a:xfrm>
            <a:off x="8934672" y="5737184"/>
            <a:ext cx="2674619" cy="9233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SGxAV</a:t>
            </a:r>
            <a:r>
              <a:rPr lang="en-US" dirty="0"/>
              <a:t> shows more similar expression patterns as a SG cultivar</a:t>
            </a:r>
          </a:p>
        </p:txBody>
      </p:sp>
    </p:spTree>
    <p:extLst>
      <p:ext uri="{BB962C8B-B14F-4D97-AF65-F5344CB8AC3E}">
        <p14:creationId xmlns:p14="http://schemas.microsoft.com/office/powerpoint/2010/main" val="346579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F868-0516-46DB-5C92-7DC4F63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67FD6-F494-8E4D-BC06-125BC1256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Compare more sample ‘pairs’:</a:t>
            </a:r>
          </a:p>
          <a:p>
            <a:pPr marL="971550" lvl="1" indent="-514350">
              <a:buAutoNum type="arabicPeriod"/>
            </a:pPr>
            <a:r>
              <a:rPr lang="en-US" dirty="0"/>
              <a:t>What differentiates an auto- and sensitive flowering cultivar? </a:t>
            </a:r>
          </a:p>
          <a:p>
            <a:pPr marL="971550" lvl="1" indent="-514350">
              <a:buAutoNum type="arabicPeriod"/>
            </a:pPr>
            <a:r>
              <a:rPr lang="en-US" dirty="0"/>
              <a:t>What observed (and interested) traits are very different among the cultivars? E.g., flowering onset, stem elongation, etc.</a:t>
            </a:r>
          </a:p>
          <a:p>
            <a:pPr marL="514350" indent="-514350">
              <a:buAutoNum type="arabicPeriod"/>
            </a:pPr>
            <a:r>
              <a:rPr lang="en-US" dirty="0"/>
              <a:t>Understand the DGE patterns show significant differences among the comparisons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1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205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30 RNA seq samples</vt:lpstr>
      <vt:lpstr>Variation among samples</vt:lpstr>
      <vt:lpstr>Does SGxAV cultivar show more similar DGE patterns to EAV or SG cultivar?</vt:lpstr>
      <vt:lpstr>Does SGxAV cultivar show more similar DGE patterns to EAV or SG cultivar?</vt:lpstr>
      <vt:lpstr>Next steps: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Guo</dc:creator>
  <cp:lastModifiedBy>Jia Guo</cp:lastModifiedBy>
  <cp:revision>14</cp:revision>
  <dcterms:created xsi:type="dcterms:W3CDTF">2024-07-15T00:52:39Z</dcterms:created>
  <dcterms:modified xsi:type="dcterms:W3CDTF">2024-07-15T01:20:24Z</dcterms:modified>
</cp:coreProperties>
</file>